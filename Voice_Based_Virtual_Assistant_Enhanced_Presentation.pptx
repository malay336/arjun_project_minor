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88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Voice-Based Virtual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Mini Project Presentation</a:t>
            </a:r>
          </a:p>
          <a:p>
            <a:r>
              <a:t>Vedant Shah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88E5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Voice-Based Virtual Assistant interacts using voice commands.</a:t>
            </a:r>
          </a:p>
          <a:p>
            <a:r>
              <a:t>It converts speech into text and provides intelligent responses.</a:t>
            </a:r>
          </a:p>
          <a:p>
            <a:r>
              <a:t>Examples include Google Assistant, Alexa, and Siri.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88E5"/>
                </a:solidFill>
              </a:defRPr>
            </a:pPr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voice commands.</a:t>
            </a:r>
          </a:p>
          <a:p>
            <a:r>
              <a:t>Process commands using NLP.</a:t>
            </a:r>
          </a:p>
          <a:p>
            <a:r>
              <a:t>Respond using text or speech.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88E5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Voice Input (Microphone)</a:t>
            </a:r>
          </a:p>
          <a:p>
            <a:r>
              <a:t>Speech-to-Text Engine</a:t>
            </a:r>
          </a:p>
          <a:p>
            <a:r>
              <a:t>Command Processing</a:t>
            </a:r>
          </a:p>
          <a:p>
            <a:r>
              <a:t>Text-to-Speech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88E5"/>
                </a:solidFill>
              </a:defRPr>
            </a:pPr>
            <a: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286000" cy="914400"/>
          </a:xfrm>
          <a:prstGeom prst="roundRect">
            <a:avLst/>
          </a:prstGeom>
          <a:solidFill>
            <a:srgbClr val="E3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Voice Commands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828800"/>
            <a:ext cx="2286000" cy="914400"/>
          </a:xfrm>
          <a:prstGeom prst="roundRect">
            <a:avLst/>
          </a:prstGeom>
          <a:solidFill>
            <a:srgbClr val="E3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Web 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2286000" cy="914400"/>
          </a:xfrm>
          <a:prstGeom prst="roundRect">
            <a:avLst/>
          </a:prstGeom>
          <a:solidFill>
            <a:srgbClr val="E3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Open Apps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00400"/>
            <a:ext cx="2286000" cy="914400"/>
          </a:xfrm>
          <a:prstGeom prst="roundRect">
            <a:avLst/>
          </a:prstGeom>
          <a:solidFill>
            <a:srgbClr val="E3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Time &amp; 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200400"/>
            <a:ext cx="2286000" cy="914400"/>
          </a:xfrm>
          <a:prstGeom prst="roundRect">
            <a:avLst/>
          </a:prstGeom>
          <a:solidFill>
            <a:srgbClr val="E3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Weather Info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200400"/>
            <a:ext cx="2286000" cy="914400"/>
          </a:xfrm>
          <a:prstGeom prst="roundRect">
            <a:avLst/>
          </a:prstGeom>
          <a:solidFill>
            <a:srgbClr val="E3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User Friendly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88E5"/>
                </a:solidFill>
              </a:defRPr>
            </a:pPr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Programming</a:t>
            </a:r>
          </a:p>
          <a:p>
            <a:r>
              <a:t>Speech Recognition API</a:t>
            </a:r>
          </a:p>
          <a:p>
            <a:r>
              <a:t>Text-to-Speech Engine</a:t>
            </a:r>
          </a:p>
          <a:p>
            <a:r>
              <a:t>Natural Language Processing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88E5"/>
                </a:solidFill>
              </a:defRPr>
            </a:pPr>
            <a:r>
              <a:t>Comparison: Our Assistant vs Google Assistant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3200400" cy="2743200"/>
          </a:xfrm>
          <a:prstGeom prst="rect">
            <a:avLst/>
          </a:prstGeom>
          <a:solidFill>
            <a:srgbClr val="E3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Our Assistant</a:t>
            </a:r>
          </a:p>
          <a:p/>
          <a:p>
            <a:r>
              <a:t>- Limited commands</a:t>
            </a:r>
          </a:p>
          <a:p>
            <a:r>
              <a:t>- Offline support</a:t>
            </a:r>
          </a:p>
          <a:p>
            <a:r>
              <a:t>- Simple NLP</a:t>
            </a:r>
          </a:p>
          <a:p>
            <a:r>
              <a:t>- Project-based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3200400" cy="2743200"/>
          </a:xfrm>
          <a:prstGeom prst="rect">
            <a:avLst/>
          </a:prstGeom>
          <a:solidFill>
            <a:srgbClr val="C8E6C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Google Assistant</a:t>
            </a:r>
          </a:p>
          <a:p/>
          <a:p>
            <a:r>
              <a:t>- Advanced AI</a:t>
            </a:r>
          </a:p>
          <a:p>
            <a:r>
              <a:t>- Cloud-based</a:t>
            </a:r>
          </a:p>
          <a:p>
            <a:r>
              <a:t>- Deep NLP &amp; ML</a:t>
            </a:r>
          </a:p>
          <a:p>
            <a:r>
              <a:t>- Smart device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88E5"/>
                </a:solidFill>
              </a:defRPr>
            </a:pPr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Hands-free usage</a:t>
            </a:r>
          </a:p>
          <a:p>
            <a:r>
              <a:t>Saves time</a:t>
            </a:r>
          </a:p>
          <a:p>
            <a:r>
              <a:t>Easy interaction</a:t>
            </a:r>
          </a:p>
          <a:p>
            <a:r>
              <a:t>Helpful for visually impaired users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88E5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IoT Integration</a:t>
            </a:r>
          </a:p>
          <a:p>
            <a:r>
              <a:t>Multi-language support</a:t>
            </a:r>
          </a:p>
          <a:p>
            <a:r>
              <a:t>Smarter AI models</a:t>
            </a:r>
          </a:p>
          <a:p>
            <a:r>
              <a:t>Emotion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88E5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Voice assistants improve human-computer interaction.</a:t>
            </a:r>
          </a:p>
          <a:p>
            <a:r>
              <a:t>They represent the future of smart technology.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